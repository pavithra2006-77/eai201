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F1952CF-1241-423F-B3F1-8E752943195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34F06FC-7313-4F7A-B343-73DC0200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498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52CF-1241-423F-B3F1-8E752943195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06FC-7313-4F7A-B343-73DC0200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171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52CF-1241-423F-B3F1-8E752943195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06FC-7313-4F7A-B343-73DC0200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541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52CF-1241-423F-B3F1-8E752943195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06FC-7313-4F7A-B343-73DC0200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201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52CF-1241-423F-B3F1-8E752943195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06FC-7313-4F7A-B343-73DC0200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615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52CF-1241-423F-B3F1-8E752943195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06FC-7313-4F7A-B343-73DC0200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858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52CF-1241-423F-B3F1-8E752943195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06FC-7313-4F7A-B343-73DC0200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340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52CF-1241-423F-B3F1-8E752943195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06FC-7313-4F7A-B343-73DC0200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097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52CF-1241-423F-B3F1-8E752943195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06FC-7313-4F7A-B343-73DC0200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634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52CF-1241-423F-B3F1-8E752943195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06FC-7313-4F7A-B343-73DC0200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945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52CF-1241-423F-B3F1-8E752943195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06FC-7313-4F7A-B343-73DC0200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0232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52CF-1241-423F-B3F1-8E752943195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06FC-7313-4F7A-B343-73DC0200FAFA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64316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52CF-1241-423F-B3F1-8E752943195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06FC-7313-4F7A-B343-73DC0200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976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52CF-1241-423F-B3F1-8E752943195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06FC-7313-4F7A-B343-73DC0200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269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52CF-1241-423F-B3F1-8E752943195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06FC-7313-4F7A-B343-73DC0200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7139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52CF-1241-423F-B3F1-8E752943195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06FC-7313-4F7A-B343-73DC0200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208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952CF-1241-423F-B3F1-8E752943195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06FC-7313-4F7A-B343-73DC0200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06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952CF-1241-423F-B3F1-8E7529431958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F06FC-7313-4F7A-B343-73DC0200FA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0161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ba.com/teams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1E981-DD26-811A-9016-B729145B1A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FIFA World Cup prediction project 2026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4D5E1F-8E9A-4B23-703B-400BD783A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9535" y="4359122"/>
            <a:ext cx="2172929" cy="999459"/>
          </a:xfrm>
        </p:spPr>
        <p:txBody>
          <a:bodyPr>
            <a:normAutofit/>
          </a:bodyPr>
          <a:lstStyle/>
          <a:p>
            <a:r>
              <a:rPr lang="en-US" sz="1800" dirty="0"/>
              <a:t>PAVITHRA M</a:t>
            </a:r>
          </a:p>
          <a:p>
            <a:r>
              <a:rPr lang="en-US" sz="1800" dirty="0"/>
              <a:t>24UG00324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417117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B669337-922D-FC45-B78B-8E5BC4560C3C}"/>
              </a:ext>
            </a:extLst>
          </p:cNvPr>
          <p:cNvSpPr txBox="1"/>
          <p:nvPr/>
        </p:nvSpPr>
        <p:spPr>
          <a:xfrm>
            <a:off x="1455175" y="230655"/>
            <a:ext cx="2585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PROBLEM STATEMENT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3B2FD6-86AD-9DB1-8BDC-97DC62D2F335}"/>
              </a:ext>
            </a:extLst>
          </p:cNvPr>
          <p:cNvSpPr txBox="1"/>
          <p:nvPr/>
        </p:nvSpPr>
        <p:spPr>
          <a:xfrm>
            <a:off x="1455175" y="599988"/>
            <a:ext cx="95569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Predicting football match outcomes (Home Win / Draw / Away Win) can help fans, analysts, and coaches understand team performance and make data-driven decisions.</a:t>
            </a:r>
            <a:br>
              <a:rPr lang="en-US" dirty="0"/>
            </a:br>
            <a:r>
              <a:rPr lang="en-US" dirty="0"/>
              <a:t>This project aims to build machine learning models that can accurately predict match results 2026 based on factors like ranking, points, team experience, and win rate.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D85020-5D30-E464-71DA-F89226112DDF}"/>
              </a:ext>
            </a:extLst>
          </p:cNvPr>
          <p:cNvSpPr txBox="1"/>
          <p:nvPr/>
        </p:nvSpPr>
        <p:spPr>
          <a:xfrm>
            <a:off x="1455175" y="2036291"/>
            <a:ext cx="937014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chemeClr val="bg1"/>
                </a:solidFill>
              </a:rPr>
              <a:t>Requirements &amp; Tools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Dataset:</a:t>
            </a:r>
            <a:r>
              <a:rPr lang="en-IN" sz="1600" dirty="0"/>
              <a:t> Cleaned FIFA match dataset (</a:t>
            </a:r>
            <a:r>
              <a:rPr lang="en-IN" sz="1600" dirty="0">
                <a:latin typeface="Courier New" panose="02070309020205020404" pitchFamily="49" charset="0"/>
              </a:rPr>
              <a:t>cleaned_fifa_dataset.csv</a:t>
            </a:r>
            <a:r>
              <a:rPr lang="en-IN" sz="16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Programming Language:</a:t>
            </a:r>
            <a:r>
              <a:rPr lang="en-IN" sz="1600" dirty="0"/>
              <a:t> 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Libraries:</a:t>
            </a:r>
            <a:endParaRPr lang="en-I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ourier New" panose="02070309020205020404" pitchFamily="49" charset="0"/>
              </a:rPr>
              <a:t>pandas</a:t>
            </a:r>
            <a:r>
              <a:rPr lang="en-IN" sz="1600" dirty="0"/>
              <a:t>, </a:t>
            </a:r>
            <a:r>
              <a:rPr lang="en-IN" sz="1600" dirty="0" err="1">
                <a:latin typeface="Courier New" panose="02070309020205020404" pitchFamily="49" charset="0"/>
              </a:rPr>
              <a:t>numpy</a:t>
            </a:r>
            <a:r>
              <a:rPr lang="en-IN" sz="1600" dirty="0"/>
              <a:t> – for data handling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ourier New" panose="02070309020205020404" pitchFamily="49" charset="0"/>
              </a:rPr>
              <a:t>scikit-learn</a:t>
            </a:r>
            <a:r>
              <a:rPr lang="en-IN" sz="1600" dirty="0"/>
              <a:t> – for model building (Logistic Regression &amp; Random Forest)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ourier New" panose="02070309020205020404" pitchFamily="49" charset="0"/>
              </a:rPr>
              <a:t>matplotlib</a:t>
            </a:r>
            <a:r>
              <a:rPr lang="en-IN" sz="1600" dirty="0"/>
              <a:t>, </a:t>
            </a:r>
            <a:r>
              <a:rPr lang="en-IN" sz="1600" dirty="0">
                <a:latin typeface="Courier New" panose="02070309020205020404" pitchFamily="49" charset="0"/>
              </a:rPr>
              <a:t>seaborn</a:t>
            </a:r>
            <a:r>
              <a:rPr lang="en-IN" sz="1600" dirty="0"/>
              <a:t> – for visualization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Environment:</a:t>
            </a:r>
            <a:r>
              <a:rPr lang="en-IN" sz="1600" dirty="0"/>
              <a:t> </a:t>
            </a:r>
            <a:r>
              <a:rPr lang="en-IN" sz="1600" dirty="0" err="1"/>
              <a:t>Jupyter</a:t>
            </a:r>
            <a:r>
              <a:rPr lang="en-IN" sz="1600" dirty="0"/>
              <a:t> Notebook / VS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Models Used:</a:t>
            </a:r>
            <a:endParaRPr lang="en-I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Logistic Regression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Random Forest Classifier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/>
              <a:t>Techniques:</a:t>
            </a:r>
            <a:endParaRPr lang="en-I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Feature scaling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 err="1"/>
              <a:t>GridSearchCV</a:t>
            </a:r>
            <a:r>
              <a:rPr lang="en-IN" sz="1600" dirty="0"/>
              <a:t> for hyperparameter tuning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K-Fold Cross-Validation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ROC Curves and Confusion Matrices</a:t>
            </a:r>
          </a:p>
        </p:txBody>
      </p:sp>
    </p:spTree>
    <p:extLst>
      <p:ext uri="{BB962C8B-B14F-4D97-AF65-F5344CB8AC3E}">
        <p14:creationId xmlns:p14="http://schemas.microsoft.com/office/powerpoint/2010/main" val="4292524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FB88AE-4BFD-4780-4084-869B37437D30}"/>
              </a:ext>
            </a:extLst>
          </p:cNvPr>
          <p:cNvSpPr txBox="1"/>
          <p:nvPr/>
        </p:nvSpPr>
        <p:spPr>
          <a:xfrm>
            <a:off x="1248696" y="127820"/>
            <a:ext cx="969460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Expected Outcome: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Predict whether the </a:t>
            </a:r>
            <a:r>
              <a:rPr lang="en-US" b="1" dirty="0"/>
              <a:t>home team wins, draws, or loses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</a:t>
            </a:r>
            <a:r>
              <a:rPr lang="en-US" b="1" dirty="0"/>
              <a:t>most important features</a:t>
            </a:r>
            <a:r>
              <a:rPr lang="en-US" dirty="0"/>
              <a:t> affecting match results (like win rate, ranking difference).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Simulate </a:t>
            </a:r>
            <a:r>
              <a:rPr lang="en-US" b="1" dirty="0"/>
              <a:t>2026 World Cup predictions</a:t>
            </a:r>
            <a:r>
              <a:rPr lang="en-US" dirty="0"/>
              <a:t> using model outputs.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Impact / Use Case: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for </a:t>
            </a:r>
            <a:r>
              <a:rPr lang="en-US" b="1" dirty="0"/>
              <a:t>sports analysts</a:t>
            </a:r>
            <a:r>
              <a:rPr lang="en-US" dirty="0"/>
              <a:t>, </a:t>
            </a:r>
            <a:r>
              <a:rPr lang="en-US" b="1" dirty="0"/>
              <a:t>prediction systems</a:t>
            </a:r>
            <a:r>
              <a:rPr lang="en-US" dirty="0"/>
              <a:t>, or </a:t>
            </a:r>
            <a:r>
              <a:rPr lang="en-US" b="1" dirty="0"/>
              <a:t>AI-driven sports apps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Demonstrates how machine learning can interpret real-world data for competitive forecasting.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3EC031-C389-A992-4DDD-FFD46133F923}"/>
              </a:ext>
            </a:extLst>
          </p:cNvPr>
          <p:cNvSpPr txBox="1"/>
          <p:nvPr/>
        </p:nvSpPr>
        <p:spPr>
          <a:xfrm>
            <a:off x="4623620" y="2713143"/>
            <a:ext cx="1993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WEB SCRAPER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3B0E3A-1729-E00E-8262-2DEE4731E0DB}"/>
              </a:ext>
            </a:extLst>
          </p:cNvPr>
          <p:cNvSpPr txBox="1"/>
          <p:nvPr/>
        </p:nvSpPr>
        <p:spPr>
          <a:xfrm>
            <a:off x="1573161" y="3190000"/>
            <a:ext cx="937014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Requirements &amp; Tools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Website Targeted: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https://www.nba.com/teams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Programming Language:</a:t>
            </a:r>
            <a:r>
              <a:rPr lang="en-US" dirty="0"/>
              <a:t> 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Libraries: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requests</a:t>
            </a:r>
            <a:r>
              <a:rPr lang="en-US" dirty="0"/>
              <a:t> – for fetching webpage content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BeautifulSoup</a:t>
            </a:r>
            <a:r>
              <a:rPr lang="en-US" dirty="0"/>
              <a:t> – for parsing HTML and extracting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pitchFamily="49" charset="0"/>
              </a:rPr>
              <a:t>csv</a:t>
            </a:r>
            <a:r>
              <a:rPr lang="en-US" dirty="0"/>
              <a:t> – for saving the data into a structured 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Output File: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</a:rPr>
              <a:t>nba_teams.csv</a:t>
            </a:r>
            <a:r>
              <a:rPr lang="en-US" dirty="0"/>
              <a:t> (contains team name, logo URL, and links to profile, stats, schedule, and tickets)</a:t>
            </a:r>
          </a:p>
        </p:txBody>
      </p:sp>
    </p:spTree>
    <p:extLst>
      <p:ext uri="{BB962C8B-B14F-4D97-AF65-F5344CB8AC3E}">
        <p14:creationId xmlns:p14="http://schemas.microsoft.com/office/powerpoint/2010/main" val="3493400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A69EBD-8EDE-5C76-2814-B7426C361857}"/>
              </a:ext>
            </a:extLst>
          </p:cNvPr>
          <p:cNvSpPr txBox="1"/>
          <p:nvPr/>
        </p:nvSpPr>
        <p:spPr>
          <a:xfrm>
            <a:off x="1337186" y="616150"/>
            <a:ext cx="1067783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Expected Outcome: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CSV file with </a:t>
            </a:r>
            <a:r>
              <a:rPr lang="en-US" b="1" dirty="0"/>
              <a:t>all NBA teams</a:t>
            </a:r>
            <a:r>
              <a:rPr lang="en-US" dirty="0"/>
              <a:t> and their important web links.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Ready-to-use data for </a:t>
            </a:r>
            <a:r>
              <a:rPr lang="en-US" b="1" dirty="0"/>
              <a:t>sports websites</a:t>
            </a:r>
            <a:r>
              <a:rPr lang="en-US" dirty="0"/>
              <a:t>, </a:t>
            </a:r>
            <a:r>
              <a:rPr lang="en-US" b="1" dirty="0"/>
              <a:t>data analysis</a:t>
            </a:r>
            <a:r>
              <a:rPr lang="en-US" dirty="0"/>
              <a:t>, or </a:t>
            </a:r>
            <a:r>
              <a:rPr lang="en-US" b="1" dirty="0"/>
              <a:t>dashboards</a:t>
            </a:r>
            <a:r>
              <a:rPr lang="en-US" dirty="0"/>
              <a:t>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 </a:t>
            </a:r>
            <a:r>
              <a:rPr lang="en-US" b="1" dirty="0">
                <a:solidFill>
                  <a:schemeClr val="bg1"/>
                </a:solidFill>
              </a:rPr>
              <a:t>Impact / Use Case: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Automates manual data collection from sports websites.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sports data analysts maintain up-to-date information for every NBA team.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Final Reflection :</a:t>
            </a:r>
          </a:p>
          <a:p>
            <a:pPr>
              <a:buNone/>
            </a:pPr>
            <a:r>
              <a:rPr lang="en-US" dirty="0"/>
              <a:t>Both projects showcase the </a:t>
            </a:r>
            <a:r>
              <a:rPr lang="en-US" b="1" dirty="0"/>
              <a:t>power of AI and automation in sports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One uses </a:t>
            </a:r>
            <a:r>
              <a:rPr lang="en-US" b="1" dirty="0"/>
              <a:t>Machine Learning</a:t>
            </a:r>
            <a:r>
              <a:rPr lang="en-US" dirty="0"/>
              <a:t> for predictive analytics.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other uses </a:t>
            </a:r>
            <a:r>
              <a:rPr lang="en-US" b="1" dirty="0"/>
              <a:t>Web Scraping</a:t>
            </a:r>
            <a:r>
              <a:rPr lang="en-US" dirty="0"/>
              <a:t> for real-time data collection.</a:t>
            </a:r>
          </a:p>
          <a:p>
            <a:pPr>
              <a:buNone/>
            </a:pPr>
            <a:r>
              <a:rPr lang="en-US" dirty="0"/>
              <a:t>Together, they represent how </a:t>
            </a:r>
            <a:r>
              <a:rPr lang="en-US" b="1" dirty="0"/>
              <a:t>data science + sports</a:t>
            </a:r>
            <a:r>
              <a:rPr lang="en-US" dirty="0"/>
              <a:t> can create intelligent systems for insights, predictions, and automation.</a:t>
            </a:r>
          </a:p>
        </p:txBody>
      </p:sp>
    </p:spTree>
    <p:extLst>
      <p:ext uri="{BB962C8B-B14F-4D97-AF65-F5344CB8AC3E}">
        <p14:creationId xmlns:p14="http://schemas.microsoft.com/office/powerpoint/2010/main" val="1163941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5F93B4-1981-A86A-A0DF-E7978F611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713823"/>
            <a:ext cx="8553573" cy="60275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BDA89F-B200-7D7F-08A1-4E6D293DC972}"/>
              </a:ext>
            </a:extLst>
          </p:cNvPr>
          <p:cNvSpPr txBox="1"/>
          <p:nvPr/>
        </p:nvSpPr>
        <p:spPr>
          <a:xfrm>
            <a:off x="1415845" y="190603"/>
            <a:ext cx="1897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CODE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74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AE04579-D6EB-A1BF-0870-540EBCF0C2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29" y="117987"/>
            <a:ext cx="10603355" cy="631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641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240310-DDEE-BC3A-2CC6-B3ECEF604C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516" y="150353"/>
            <a:ext cx="9294946" cy="655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74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E36DD0-8528-511E-BC5B-5176F00CF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425" y="280680"/>
            <a:ext cx="7901665" cy="629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335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AF94F8-6936-4154-E892-BE2B3FE6B1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486" y="403123"/>
            <a:ext cx="9884870" cy="583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60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2F0178-55BE-5A5A-8FD2-9DCACDB69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35" y="269004"/>
            <a:ext cx="10087897" cy="616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601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498BCE-992E-6523-75D5-4D49AB507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65" y="400050"/>
            <a:ext cx="10491020" cy="605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145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86A8AA-328F-E612-4DFE-E64F350BD291}"/>
              </a:ext>
            </a:extLst>
          </p:cNvPr>
          <p:cNvSpPr txBox="1"/>
          <p:nvPr/>
        </p:nvSpPr>
        <p:spPr>
          <a:xfrm>
            <a:off x="1317523" y="0"/>
            <a:ext cx="1217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OUTPUT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D4F927-8DFF-F69F-B0AE-D74D8B2F2B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877" y="666750"/>
            <a:ext cx="5478864" cy="29515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C8A0DA-6616-AE35-DAED-1C3B5ABCAA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877" y="3823356"/>
            <a:ext cx="5276403" cy="2876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485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E30D36-5F0E-8016-2BD1-E0EE9A1D5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259" y="120676"/>
            <a:ext cx="4528264" cy="30778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3324A1-1539-C463-5914-7E84AA4D6C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259" y="3320845"/>
            <a:ext cx="4331618" cy="344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36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D2B47A-ADBF-049E-E1C3-7728C0A9E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728" y="136276"/>
            <a:ext cx="8996518" cy="23431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0A6B9D-BB41-7DF9-49C5-CB0CA17B7FB4}"/>
              </a:ext>
            </a:extLst>
          </p:cNvPr>
          <p:cNvSpPr txBox="1"/>
          <p:nvPr/>
        </p:nvSpPr>
        <p:spPr>
          <a:xfrm>
            <a:off x="855406" y="2422579"/>
            <a:ext cx="1826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Visualizations</a:t>
            </a:r>
            <a:endParaRPr lang="en-IN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8A3D74-6065-5988-29F0-D08E2A17D109}"/>
              </a:ext>
            </a:extLst>
          </p:cNvPr>
          <p:cNvSpPr txBox="1"/>
          <p:nvPr/>
        </p:nvSpPr>
        <p:spPr>
          <a:xfrm>
            <a:off x="953728" y="2753483"/>
            <a:ext cx="2170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1.Confusion Matrix: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A374DE-9DCE-92B0-6DBB-635BA61AEA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708" y="3116954"/>
            <a:ext cx="7111182" cy="35958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4832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CC4D33-6BE2-5795-80F3-D7956514DDAE}"/>
              </a:ext>
            </a:extLst>
          </p:cNvPr>
          <p:cNvSpPr txBox="1"/>
          <p:nvPr/>
        </p:nvSpPr>
        <p:spPr>
          <a:xfrm>
            <a:off x="1140541" y="73172"/>
            <a:ext cx="7450394" cy="813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Displays the count of correct and incorrect predictions.</a:t>
            </a:r>
            <a:endParaRPr lang="en-IN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Helps identify specific types of errors (e.g., false wins or false losses).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F3FB43-751D-9EDA-3BD0-92DBCBDC2111}"/>
              </a:ext>
            </a:extLst>
          </p:cNvPr>
          <p:cNvSpPr txBox="1"/>
          <p:nvPr/>
        </p:nvSpPr>
        <p:spPr>
          <a:xfrm>
            <a:off x="897193" y="1111532"/>
            <a:ext cx="6100916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2.ROC curve:</a:t>
            </a:r>
            <a:endParaRPr lang="en-IN" sz="1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F25752-EB89-BB84-98CA-688B9039FA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639" y="1721215"/>
            <a:ext cx="5943600" cy="29654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F1438C-89D6-9980-AE67-2B6FF1945CB6}"/>
              </a:ext>
            </a:extLst>
          </p:cNvPr>
          <p:cNvSpPr txBox="1"/>
          <p:nvPr/>
        </p:nvSpPr>
        <p:spPr>
          <a:xfrm>
            <a:off x="1398639" y="5136785"/>
            <a:ext cx="6100916" cy="710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Plots True Positive Rate vs. False Positive Rate.</a:t>
            </a:r>
            <a:r>
              <a:rPr lang="en-IN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closer the curve is to the top-left corner, the better the model performs.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881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A72C77-3F53-D1BF-46AE-FAC79E9062FD}"/>
              </a:ext>
            </a:extLst>
          </p:cNvPr>
          <p:cNvSpPr txBox="1"/>
          <p:nvPr/>
        </p:nvSpPr>
        <p:spPr>
          <a:xfrm>
            <a:off x="1160207" y="1044025"/>
            <a:ext cx="856143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FIFA Match Outcome Prediction App (AI/ML Project)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/>
              <a:t> </a:t>
            </a:r>
            <a:r>
              <a:rPr lang="en-IN" b="1" dirty="0">
                <a:solidFill>
                  <a:schemeClr val="bg1"/>
                </a:solidFill>
              </a:rPr>
              <a:t>Objective:</a:t>
            </a:r>
            <a:br>
              <a:rPr lang="en-IN" dirty="0"/>
            </a:br>
            <a:r>
              <a:rPr lang="en-IN" dirty="0"/>
              <a:t>Predict FIFA match outcomes and identify potential 2026 World Cup finalists using machine learning models.</a:t>
            </a:r>
          </a:p>
          <a:p>
            <a:r>
              <a:rPr lang="en-IN" b="1" dirty="0">
                <a:solidFill>
                  <a:schemeClr val="bg1"/>
                </a:solidFill>
              </a:rPr>
              <a:t>Tech Stack &amp; Tools: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/>
              <a:t>Python, Pandas, NumPy, Matplotlib, Seaborn</a:t>
            </a:r>
          </a:p>
          <a:p>
            <a:r>
              <a:rPr lang="en-IN" dirty="0"/>
              <a:t>Scikit-learn: Logistic Regression, Random Forest</a:t>
            </a:r>
          </a:p>
          <a:p>
            <a:r>
              <a:rPr lang="en-IN" dirty="0" err="1"/>
              <a:t>GridSearchCV</a:t>
            </a:r>
            <a:r>
              <a:rPr lang="en-IN" dirty="0"/>
              <a:t>, </a:t>
            </a:r>
            <a:r>
              <a:rPr lang="en-IN" dirty="0" err="1"/>
              <a:t>StandardScaler</a:t>
            </a:r>
            <a:r>
              <a:rPr lang="en-IN" dirty="0"/>
              <a:t>, ROC-AUC, Confusion Matrix</a:t>
            </a:r>
          </a:p>
          <a:p>
            <a:r>
              <a:rPr lang="en-IN" b="1" dirty="0">
                <a:solidFill>
                  <a:schemeClr val="bg1"/>
                </a:solidFill>
              </a:rPr>
              <a:t>Workflow:</a:t>
            </a:r>
            <a:br>
              <a:rPr lang="en-IN" dirty="0"/>
            </a:br>
            <a:r>
              <a:rPr lang="en-IN" b="1" dirty="0"/>
              <a:t>Data Collection:</a:t>
            </a:r>
            <a:r>
              <a:rPr lang="en-IN" dirty="0"/>
              <a:t> Web scraper (web_scraper.py) gathers match data</a:t>
            </a:r>
            <a:br>
              <a:rPr lang="en-IN" dirty="0"/>
            </a:br>
            <a:r>
              <a:rPr lang="en-IN" b="1" dirty="0"/>
              <a:t>Preprocessing:</a:t>
            </a:r>
            <a:r>
              <a:rPr lang="en-IN" dirty="0"/>
              <a:t> Loads cleaned_fifa_dataset.csv with key features:</a:t>
            </a:r>
          </a:p>
          <a:p>
            <a:r>
              <a:rPr lang="en-IN" dirty="0"/>
              <a:t>Rank Difference, Points Difference</a:t>
            </a:r>
          </a:p>
          <a:p>
            <a:r>
              <a:rPr lang="en-IN" dirty="0"/>
              <a:t>Team </a:t>
            </a:r>
            <a:r>
              <a:rPr lang="en-IN" dirty="0" err="1"/>
              <a:t>Avg</a:t>
            </a:r>
            <a:r>
              <a:rPr lang="en-IN" dirty="0"/>
              <a:t> Age, Experience, Win Rate</a:t>
            </a:r>
            <a:br>
              <a:rPr lang="en-IN" dirty="0"/>
            </a:br>
            <a:r>
              <a:rPr lang="en-IN" b="1" dirty="0">
                <a:solidFill>
                  <a:schemeClr val="bg1"/>
                </a:solidFill>
              </a:rPr>
              <a:t>Model Training: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/>
              <a:t>Logistic Regression (tuned via </a:t>
            </a:r>
            <a:r>
              <a:rPr lang="en-IN" dirty="0" err="1"/>
              <a:t>GridSearchCV</a:t>
            </a:r>
            <a:r>
              <a:rPr lang="en-IN" dirty="0"/>
              <a:t>)</a:t>
            </a:r>
          </a:p>
          <a:p>
            <a:r>
              <a:rPr lang="en-IN" dirty="0"/>
              <a:t>Random Forest Classifier (tuned for best accuracy)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4576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7A64E9-B8BD-DA06-4E5A-7BD3D02AB8B6}"/>
              </a:ext>
            </a:extLst>
          </p:cNvPr>
          <p:cNvSpPr txBox="1"/>
          <p:nvPr/>
        </p:nvSpPr>
        <p:spPr>
          <a:xfrm>
            <a:off x="1465006" y="629266"/>
            <a:ext cx="767653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>
                <a:solidFill>
                  <a:schemeClr val="bg1"/>
                </a:solidFill>
              </a:rPr>
              <a:t>Evaluation:</a:t>
            </a:r>
            <a:endParaRPr lang="en-IN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Metrics: Accuracy, Precision, Recall, F1, ROC-AUC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Visuals: Confusion Matrix &amp; ROC Curves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>
                <a:solidFill>
                  <a:schemeClr val="bg1"/>
                </a:solidFill>
              </a:rPr>
              <a:t>Prediction:</a:t>
            </a:r>
            <a:endParaRPr lang="en-IN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Simulates 2026 outcomes for top 8 teams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Predicts likely finalists</a:t>
            </a:r>
          </a:p>
          <a:p>
            <a:pPr>
              <a:buNone/>
            </a:pPr>
            <a:r>
              <a:rPr lang="en-IN" dirty="0"/>
              <a:t> </a:t>
            </a:r>
            <a:r>
              <a:rPr lang="en-IN" b="1" dirty="0">
                <a:solidFill>
                  <a:schemeClr val="bg1"/>
                </a:solidFill>
              </a:rPr>
              <a:t>Key Results:</a:t>
            </a:r>
            <a:endParaRPr lang="en-IN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Both models evaluated on test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Random Forest generally performs better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Predicts top 2 teams (e.g., 🇦🇷 Argentina, 🇫🇷 France) as 2026 finalists</a:t>
            </a:r>
          </a:p>
          <a:p>
            <a:pPr>
              <a:buNone/>
            </a:pPr>
            <a:r>
              <a:rPr lang="en-IN" dirty="0"/>
              <a:t> </a:t>
            </a:r>
            <a:r>
              <a:rPr lang="en-IN" b="1" dirty="0">
                <a:solidFill>
                  <a:schemeClr val="bg1"/>
                </a:solidFill>
              </a:rPr>
              <a:t>Outcome:</a:t>
            </a:r>
            <a:br>
              <a:rPr lang="en-IN" dirty="0"/>
            </a:br>
            <a:r>
              <a:rPr lang="en-IN" dirty="0"/>
              <a:t> Automated FIFA match predictor</a:t>
            </a:r>
            <a:br>
              <a:rPr lang="en-IN" dirty="0"/>
            </a:br>
            <a:r>
              <a:rPr lang="en-IN" dirty="0"/>
              <a:t>Data-driven insights into team strengths</a:t>
            </a:r>
            <a:br>
              <a:rPr lang="en-IN" dirty="0"/>
            </a:br>
            <a:r>
              <a:rPr lang="en-IN" dirty="0"/>
              <a:t> Visualization of model performance</a:t>
            </a:r>
          </a:p>
        </p:txBody>
      </p:sp>
    </p:spTree>
    <p:extLst>
      <p:ext uri="{BB962C8B-B14F-4D97-AF65-F5344CB8AC3E}">
        <p14:creationId xmlns:p14="http://schemas.microsoft.com/office/powerpoint/2010/main" val="6558444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47</TotalTime>
  <Words>688</Words>
  <Application>Microsoft Office PowerPoint</Application>
  <PresentationFormat>Widescreen</PresentationFormat>
  <Paragraphs>81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Courier New</vt:lpstr>
      <vt:lpstr>Times New Roman</vt:lpstr>
      <vt:lpstr>Tw Cen MT</vt:lpstr>
      <vt:lpstr>Circuit</vt:lpstr>
      <vt:lpstr>FIFA World Cup prediction project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prasan biradar</dc:creator>
  <cp:lastModifiedBy>prasan biradar</cp:lastModifiedBy>
  <cp:revision>1</cp:revision>
  <dcterms:created xsi:type="dcterms:W3CDTF">2025-11-08T11:40:38Z</dcterms:created>
  <dcterms:modified xsi:type="dcterms:W3CDTF">2025-11-08T12:28:37Z</dcterms:modified>
</cp:coreProperties>
</file>